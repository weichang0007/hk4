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950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481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718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385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07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19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1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329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139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37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620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20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0BE1D-BB94-4279-83ED-821DC40EC095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9AC24-12F7-424C-9827-C9D13BB0B0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30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479" y="1112465"/>
            <a:ext cx="2923615" cy="2833855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1936376" y="5688105"/>
            <a:ext cx="10811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資工二 </a:t>
            </a:r>
            <a:r>
              <a:rPr lang="en-US" altLang="zh-TW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106590007</a:t>
            </a:r>
            <a:r>
              <a:rPr lang="zh-TW" altLang="en-US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賴威錩 大金網站設計說明  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525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8" y="0"/>
            <a:ext cx="5078121" cy="6858000"/>
          </a:xfrm>
          <a:prstGeom prst="rect">
            <a:avLst/>
          </a:prstGeom>
        </p:spPr>
      </p:pic>
      <p:cxnSp>
        <p:nvCxnSpPr>
          <p:cNvPr id="5" name="直線單箭頭接點 4"/>
          <p:cNvCxnSpPr/>
          <p:nvPr/>
        </p:nvCxnSpPr>
        <p:spPr>
          <a:xfrm flipH="1" flipV="1">
            <a:off x="4840942" y="551331"/>
            <a:ext cx="1075988" cy="8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6114154" y="267682"/>
            <a:ext cx="6077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主導覽列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H="1">
            <a:off x="4693024" y="1775012"/>
            <a:ext cx="1421130" cy="2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6114154" y="1522965"/>
            <a:ext cx="6077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說明產品優勢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5" name="直線單箭頭接點 14"/>
          <p:cNvCxnSpPr/>
          <p:nvPr/>
        </p:nvCxnSpPr>
        <p:spPr>
          <a:xfrm flipH="1" flipV="1">
            <a:off x="4693024" y="3413760"/>
            <a:ext cx="1421130" cy="1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6114154" y="3136612"/>
            <a:ext cx="6077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購買優惠活動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 flipH="1">
            <a:off x="4693024" y="5355205"/>
            <a:ext cx="1421130" cy="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6114154" y="5050577"/>
            <a:ext cx="6077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種類簡介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9" name="直線單箭頭接點 18"/>
          <p:cNvCxnSpPr>
            <a:stCxn id="20" idx="1"/>
          </p:cNvCxnSpPr>
          <p:nvPr/>
        </p:nvCxnSpPr>
        <p:spPr>
          <a:xfrm flipH="1">
            <a:off x="4840942" y="6503895"/>
            <a:ext cx="1421130" cy="8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6262072" y="6211507"/>
            <a:ext cx="6077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聯絡資訊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214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/>
          <p:cNvSpPr txBox="1"/>
          <p:nvPr/>
        </p:nvSpPr>
        <p:spPr>
          <a:xfrm>
            <a:off x="5458834" y="1258282"/>
            <a:ext cx="60778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背景用比較淺的色調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比較不會太突出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"/>
            <a:ext cx="5078121" cy="6858000"/>
          </a:xfrm>
          <a:prstGeom prst="rect">
            <a:avLst/>
          </a:prstGeom>
        </p:spPr>
      </p:pic>
      <p:sp>
        <p:nvSpPr>
          <p:cNvPr id="21" name="文字方塊 20"/>
          <p:cNvSpPr txBox="1"/>
          <p:nvPr/>
        </p:nvSpPr>
        <p:spPr>
          <a:xfrm>
            <a:off x="5458834" y="2889945"/>
            <a:ext cx="6077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很大的廣告標語吸引購買欲望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7456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47</Words>
  <Application>Microsoft Office PowerPoint</Application>
  <PresentationFormat>寬螢幕</PresentationFormat>
  <Paragraphs>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WeiChang</dc:creator>
  <cp:lastModifiedBy>WeiChang</cp:lastModifiedBy>
  <cp:revision>3</cp:revision>
  <dcterms:created xsi:type="dcterms:W3CDTF">2019-03-27T12:26:25Z</dcterms:created>
  <dcterms:modified xsi:type="dcterms:W3CDTF">2019-03-27T12:45:49Z</dcterms:modified>
</cp:coreProperties>
</file>